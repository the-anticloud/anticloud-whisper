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2026-10-02T09:28:56.787562Z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001295d0fe85e4bafcf2ed51c364c9134a5e3fbf360431e0fb2543aacbe5d594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2026-10-02T09:28:56.787562Z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