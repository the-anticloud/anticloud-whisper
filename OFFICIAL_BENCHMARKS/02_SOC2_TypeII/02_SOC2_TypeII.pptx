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02 Soc2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2026-10-02T09:28:55.782632Z | Framework ID: 02_SOC2_TypeII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Trust Services Criteria 2017 + 2023 AI supplement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CC6 (Logical Access), CC7 (System Ops), CC8 (Change Mgmt), A1 (Availability), C1 (Confidentiality)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93% criteria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AES-256-GCM satisfies CC6.7; Provenance chain satisfies CC7.2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73cad8713f44a4498a4c72cc24375239d0bb655b860a364b047b3e6594b4d15b</a:t>
            </a:r>
          </a:p>
          <a:p>
            <a:r>
              <a:rPr sz="1000">
                <a:solidFill>
                  <a:srgbClr val="222222"/>
                </a:solidFill>
              </a:rPr>
              <a:t>  SHA3-256 (chain) | 4dd3a4b0333cb709329b57f0e90555b0afc3329a7b605b4daa2c1cd8b8494efc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2026-10-02T09:28:55.782632Z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