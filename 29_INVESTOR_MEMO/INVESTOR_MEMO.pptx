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WHISPER | Category: AUDIO_CONSUMER</a:t>
            </a:r>
          </a:p>
          <a:p>
            <a: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Automatic speech recognition without data egress. Cloud-hosted alternatives leak data by architecture; Anticloud FZ LLE delivers WHISPER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WHISPER (https://github.com/openai/whisper,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AUDIO_CONSUMER;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